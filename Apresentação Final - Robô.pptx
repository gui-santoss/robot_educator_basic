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L/IdnmC46i7YHt9Jgw93pLZzf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0ca1015b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a10ca1015b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d84a577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a1d84a577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showMasterSp="0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019"/>
            </a:srgbClr>
          </a:solidFill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15"/>
          <p:cNvSpPr txBox="1"/>
          <p:nvPr>
            <p:ph type="title"/>
          </p:nvPr>
        </p:nvSpPr>
        <p:spPr>
          <a:xfrm>
            <a:off x="2259028" y="2924943"/>
            <a:ext cx="7772401" cy="1362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2266861" y="4377085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5943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showMasterSp="0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019"/>
            </a:srgbClr>
          </a:solidFill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16"/>
          <p:cNvSpPr txBox="1"/>
          <p:nvPr>
            <p:ph type="title"/>
          </p:nvPr>
        </p:nvSpPr>
        <p:spPr>
          <a:xfrm>
            <a:off x="1991543" y="545195"/>
            <a:ext cx="8219257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b="1" sz="3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1981200" y="1340767"/>
            <a:ext cx="8229600" cy="4889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»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1524000" y="-3992"/>
            <a:ext cx="9144000" cy="26574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Google Shape;27;p3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1754" y="-4223"/>
            <a:ext cx="850751" cy="264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16"/>
          <p:cNvCxnSpPr/>
          <p:nvPr/>
        </p:nvCxnSpPr>
        <p:spPr>
          <a:xfrm>
            <a:off x="1991543" y="1124744"/>
            <a:ext cx="8219256" cy="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27" name="Google Shape;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7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>
  <p:cSld name="Cabeçalho da Seçã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37" name="Google Shape;3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38" name="Google Shape;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9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>
  <p:cSld name="Duas Partes de Conteúdo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44" name="Google Shape;4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45" name="Google Shape;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0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>
  <p:cSld name="Comparaçã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51" name="Google Shape;5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7" id="6" name="Google Shape;6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12" id="7" name="Google Shape;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4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gif"/><Relationship Id="rId4" Type="http://schemas.openxmlformats.org/officeDocument/2006/relationships/image" Target="../media/image8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gui-santoss/robot_educator_basic" TargetMode="External"/><Relationship Id="rId4" Type="http://schemas.openxmlformats.org/officeDocument/2006/relationships/hyperlink" Target="https://youtube.com/shorts/bmvV1EjIrFQ?feature=shar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"/>
          <p:cNvCxnSpPr/>
          <p:nvPr/>
        </p:nvCxnSpPr>
        <p:spPr>
          <a:xfrm>
            <a:off x="1991543" y="5013176"/>
            <a:ext cx="7992890" cy="1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" name="Google Shape;63;p1"/>
          <p:cNvGrpSpPr/>
          <p:nvPr/>
        </p:nvGrpSpPr>
        <p:grpSpPr>
          <a:xfrm>
            <a:off x="2667000" y="34047"/>
            <a:ext cx="6858000" cy="4979053"/>
            <a:chOff x="0" y="0"/>
            <a:chExt cx="6858000" cy="4979052"/>
          </a:xfrm>
        </p:grpSpPr>
        <p:pic>
          <p:nvPicPr>
            <p:cNvPr descr="filme-colado.png" id="64" name="Google Shape;64;p1"/>
            <p:cNvPicPr preferRelativeResize="0"/>
            <p:nvPr/>
          </p:nvPicPr>
          <p:blipFill rotWithShape="1">
            <a:blip r:embed="rId3">
              <a:alphaModFix/>
            </a:blip>
            <a:srcRect b="1770" l="0" r="0" t="1771"/>
            <a:stretch/>
          </p:blipFill>
          <p:spPr>
            <a:xfrm>
              <a:off x="0" y="0"/>
              <a:ext cx="6858000" cy="3100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"/>
            <p:cNvSpPr/>
            <p:nvPr/>
          </p:nvSpPr>
          <p:spPr>
            <a:xfrm>
              <a:off x="0" y="3176952"/>
              <a:ext cx="6858000" cy="18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Grupo: </a:t>
              </a:r>
              <a:r>
                <a:rPr b="1" lang="en-US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SGDFJ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br>
                <a:rPr b="1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r>
                <a:rPr b="0" i="0" lang="en-US" sz="28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Tema do projeto: </a:t>
              </a:r>
              <a:r>
                <a:rPr lang="en-US" sz="2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Robô Guia</a:t>
              </a:r>
              <a:endParaRPr b="0" i="0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Times"/>
                <a:buNone/>
              </a:pPr>
              <a:r>
                <a:t/>
              </a:r>
              <a:endParaRPr sz="28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Grupo 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SGDFJ</a:t>
            </a:r>
            <a:endParaRPr b="1" i="0" sz="36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10435543" y="6564337"/>
            <a:ext cx="219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1991550" y="1481300"/>
            <a:ext cx="8219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Guilherme Almeida dos Santos, 2300689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Samanta Aparecida de Souza, 2300779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João Antônio da Silva Junior, 2301111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Diego Justino, 2301649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0736" lvl="0" marL="280736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Fernanda Silva, 2301140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Objetivo</a:t>
            </a:r>
            <a:endParaRPr/>
          </a:p>
        </p:txBody>
      </p:sp>
      <p:sp>
        <p:nvSpPr>
          <p:cNvPr id="78" name="Google Shape;78;p3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1991550" y="1481300"/>
            <a:ext cx="82194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Nosso projeto é um Robô Guia, que visa mostrar a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utilidade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 de um robô em rotas com obstáculos, mostrando a possibilidade de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utilizarmos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 máquinas para guiar pessoas com deficiências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visuais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. A principal função do robô é desviar de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obstáculos que estiverem entre o ponto A e B.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Introdução  </a:t>
            </a:r>
            <a:endParaRPr/>
          </a:p>
        </p:txBody>
      </p:sp>
      <p:sp>
        <p:nvSpPr>
          <p:cNvPr id="85" name="Google Shape;85;p4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2007575" y="1661378"/>
            <a:ext cx="82032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Nos dias de hoje, pessoas com deficiência visual utilizam cães guias para se locomoverem, mas como todo ser vivo, ele pode apresentar falhas comportamentais que acabam o desviando da sua função. Nosso projeto visa ser uma opção alternativa ao cão. Ele é 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construído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 programado para desviar de obstáculos de maneira objetiva, sem riscos de distração ou algo relacionado. Sendo uma alternativa mais segura e duradoura.</a:t>
            </a:r>
            <a:endParaRPr b="0" i="0" sz="28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Desenvolvimento </a:t>
            </a:r>
            <a:endParaRPr/>
          </a:p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1991550" y="1352600"/>
            <a:ext cx="82194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Descrevam cada item do processo de desenvolvimento do projeto: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315" lvl="0" marL="37431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Funcionalidades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315" lvl="0" marL="37431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 ao longo do desenvolvimento do projeto.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315" lvl="0" marL="37431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Conhecimento e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Experiência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adquirida ao longo do processo de desenvolvimento do projeto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315" lvl="0" marL="374315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Funcionalidades</a:t>
            </a:r>
            <a:endParaRPr/>
          </a:p>
        </p:txBody>
      </p:sp>
      <p:sp>
        <p:nvSpPr>
          <p:cNvPr id="99" name="Google Shape;99;p6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1991550" y="1495291"/>
            <a:ext cx="8219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O Robô Guia é capaz de se deslocar do ponto A ao ponto B e, ao identificar um obstáculo, ele se vira para o lado, desvia do objeto e volta para o sentido de origem para seguir a rota. O fim da trajeto é determinado por uma linha de chegada na cor branca, na qual o 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robô</a:t>
            </a:r>
            <a:r>
              <a:rPr lang="en-US" sz="2800">
                <a:latin typeface="Times"/>
                <a:ea typeface="Times"/>
                <a:cs typeface="Times"/>
                <a:sym typeface="Times"/>
              </a:rPr>
              <a:t> é capaz de identificar e parar.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</a:t>
            </a:r>
            <a:endParaRPr b="1" i="0" sz="36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1991550" y="1609675"/>
            <a:ext cx="82194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Escolha da estrutura de robô que iriamos utilizar, inclusive sendo necessário refazer pois escolhemos um tipo que não era adequado para o nosso objetivo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;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Falta de familiaridade com a biblioteca EV3, levando a dificuldades de elaborar um código que atendesse ao objetivo do projeto;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Adaptação da estrutura do robô para adição de novos sensores.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0ca1015b_0_2"/>
          <p:cNvSpPr txBox="1"/>
          <p:nvPr>
            <p:ph type="title"/>
          </p:nvPr>
        </p:nvSpPr>
        <p:spPr>
          <a:xfrm>
            <a:off x="1991543" y="545195"/>
            <a:ext cx="8219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Conhecimento e 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Experiência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 adquirida</a:t>
            </a:r>
            <a:endParaRPr/>
          </a:p>
        </p:txBody>
      </p:sp>
      <p:sp>
        <p:nvSpPr>
          <p:cNvPr id="113" name="Google Shape;113;g3a10ca1015b_0_2"/>
          <p:cNvSpPr txBox="1"/>
          <p:nvPr>
            <p:ph idx="12" type="sldNum"/>
          </p:nvPr>
        </p:nvSpPr>
        <p:spPr>
          <a:xfrm>
            <a:off x="10319680" y="6564337"/>
            <a:ext cx="33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3a10ca1015b_0_2"/>
          <p:cNvSpPr txBox="1"/>
          <p:nvPr/>
        </p:nvSpPr>
        <p:spPr>
          <a:xfrm>
            <a:off x="1991550" y="1543525"/>
            <a:ext cx="8219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 projeto foi repleto de 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aprendizado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dentre eles os principais foram: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a10ca1015b_0_2"/>
          <p:cNvSpPr txBox="1"/>
          <p:nvPr/>
        </p:nvSpPr>
        <p:spPr>
          <a:xfrm>
            <a:off x="1991550" y="2665700"/>
            <a:ext cx="82194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Foi possível ter a experiência de viver o processo de criação de um robô e entender as dificuldades e raciocínio necessário para realizar um projeto desse tipo;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●"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Também aprendemos muito trabalhando em equipe, como era algo novo para todos, cada colaboração valia muito e nos ajudou a chegar no protótipo final.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  <p:sp>
        <p:nvSpPr>
          <p:cNvPr id="121" name="Google Shape;121;p9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9" title="tempImageKCaZU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675" y="1637425"/>
            <a:ext cx="3218783" cy="4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 title="tempImage4tP1fO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075" y="1637437"/>
            <a:ext cx="3218773" cy="4291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d84a5771_0_0"/>
          <p:cNvSpPr txBox="1"/>
          <p:nvPr>
            <p:ph type="title"/>
          </p:nvPr>
        </p:nvSpPr>
        <p:spPr>
          <a:xfrm>
            <a:off x="1991543" y="545195"/>
            <a:ext cx="8219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Conclusão </a:t>
            </a:r>
            <a:endParaRPr/>
          </a:p>
        </p:txBody>
      </p:sp>
      <p:sp>
        <p:nvSpPr>
          <p:cNvPr id="129" name="Google Shape;129;g3a1d84a5771_0_0"/>
          <p:cNvSpPr txBox="1"/>
          <p:nvPr>
            <p:ph idx="12" type="sldNum"/>
          </p:nvPr>
        </p:nvSpPr>
        <p:spPr>
          <a:xfrm>
            <a:off x="10319680" y="6564337"/>
            <a:ext cx="33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1d84a5771_0_0"/>
          <p:cNvSpPr txBox="1"/>
          <p:nvPr/>
        </p:nvSpPr>
        <p:spPr>
          <a:xfrm>
            <a:off x="1991550" y="1817150"/>
            <a:ext cx="82194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Durante o desenvolvimento do projeto, lidamos com muitas coisas novas e 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através</a:t>
            </a: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da colaboração de todos, conseguimos lidar bem com os desafios. 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Cada dificuldade trouxe consigo um novo aprendizado, e as etapas nos permitiram compreender a complexidade e, principalmente, as possibilidades ligadas à criação de um robô.</a:t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Github e Youtube </a:t>
            </a:r>
            <a:endParaRPr/>
          </a:p>
        </p:txBody>
      </p:sp>
      <p:sp>
        <p:nvSpPr>
          <p:cNvPr id="136" name="Google Shape;136;p11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1991550" y="1817150"/>
            <a:ext cx="8664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br>
              <a:rPr lang="en-US"/>
            </a:br>
            <a:r>
              <a:rPr lang="en-US" sz="2800"/>
              <a:t>Github: </a:t>
            </a:r>
            <a:r>
              <a:rPr lang="en-US" sz="2800" u="sng">
                <a:solidFill>
                  <a:schemeClr val="hlink"/>
                </a:solidFill>
                <a:hlinkClick r:id="rId3"/>
              </a:rPr>
              <a:t>https://github.com/gui-santoss/robot_educator_basic</a:t>
            </a:r>
            <a:endParaRPr sz="2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br>
              <a:rPr lang="en-US" sz="2800"/>
            </a:br>
            <a:br>
              <a:rPr lang="en-US"/>
            </a:br>
            <a:r>
              <a:rPr lang="en-US" sz="2800"/>
              <a:t>Youtube:</a:t>
            </a:r>
            <a:r>
              <a:rPr lang="en-US" sz="2800" u="sng">
                <a:solidFill>
                  <a:schemeClr val="hlink"/>
                </a:solidFill>
                <a:hlinkClick r:id="rId4"/>
              </a:rPr>
              <a:t>https://youtube.com/shorts/bmvV1EjIrFQ?feature=share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Anexos</a:t>
            </a:r>
            <a:endParaRPr/>
          </a:p>
        </p:txBody>
      </p:sp>
      <p:sp>
        <p:nvSpPr>
          <p:cNvPr id="144" name="Google Shape;144;p12"/>
          <p:cNvSpPr txBox="1"/>
          <p:nvPr>
            <p:ph idx="12" type="sldNum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1991550" y="1550000"/>
            <a:ext cx="791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 anexo dos PDFs utilizados para a montagem do projeto em no GitHub.</a:t>
            </a:r>
            <a:endParaRPr b="0" i="0" sz="28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